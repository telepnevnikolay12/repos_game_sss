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E9DBB-7738-9F7F-C662-324986A70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C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DC65EA-26EB-2EA4-A956-CAD0D5387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C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336D7D-87FA-2AC2-6989-38F70A48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441ACE-EAB3-1CA6-5ACF-2047126C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0E8439-A5DD-38DC-57EA-B76F1030D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508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0123A-F3DB-5A35-6E19-EFABFB48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C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E7E1E3-0B78-7FD5-97BB-EC29E5609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C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59D1E3-5A23-7E38-0427-61F92D23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FC2C76-A021-5560-9C11-F618AC13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1F126C-AF5E-0AF7-F700-77936F90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530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40C9D1-1A9D-7D46-0FD7-EF578614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C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7C466B-FBEF-D7EE-5DB9-B593144AF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C6FD31-63EE-6098-ED40-CA37C1F7B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2BDFB6-24C1-6DA8-6C07-DD85AB5C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22B684-AFDF-799A-39F1-F66C311A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5302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5914C-BA78-C448-EC8F-59EEA897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C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8BB2A7-8A34-2BF3-9DFD-C71A50FA3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C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3A4409-BF06-855B-7534-7AD4E0035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C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671CFE-C91D-6997-4B38-E37DDE20A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E45AC3-B9B0-98EE-8358-283A675E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877B68-B7B6-508E-763C-A039E6F6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4091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BC038-FF1E-9876-182A-E0407EB36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C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ED04C3-30E5-3C83-9B80-8E083E0B1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D85C92-0207-7836-2EB8-CD4D4A36F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C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8210F5-21F5-C55F-2051-AA1955C39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ADDA4E-1A34-3BEE-263D-BA8F26A03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C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5AEC02-31B5-9989-C76C-730FE7F9C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771752-8084-92F0-8A90-711AFE8F7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6ADAF12-E15A-64C0-44C9-0DEC8D62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218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9EFDC-D950-8E51-7CE4-9DDB371F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C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110681-58FD-A38E-3F3E-0C6A3341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23974CB-9E73-227D-66EE-73C367E2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78DB8B-E99A-E176-C0DD-C5B28811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702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9CEDCF6-6EAF-75F3-306B-D0BBD1D0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9411D0-C71F-4AA3-388A-7F3E7CFD7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0DFA61-9F6A-D3B7-836C-3DEB62E4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1091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CF49A-B8C6-DB30-90D1-C0A8398B1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C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D6F2B2-26E0-087C-FCE1-4ADB59389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C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FE723A-A842-18BA-6A92-AD5495AF3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140647-D4CB-0624-C683-8DDCABADA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DBC68D-3096-ECC6-2AA7-231A89215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9D61DB-E2C3-A317-8EA5-6FD416D8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0492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60B8D-5DFB-5037-5EB5-453B4F5C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C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46FE945-E3D9-BFFA-5826-CBC61A516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1FB10B-9CAC-C2DC-6756-81902630D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41D237-BCBB-CCA8-051C-84048EE6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9982ED-8F4B-C52C-CED6-69EAE058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DD6E20-B4F6-BE59-9E45-BFE006A6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7984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35708-2B91-68EE-DDE3-6E1E2D031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C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8A218F-4A16-2436-676C-74E7F5CD3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C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3519EC-3B7A-9A2C-3B1C-914934E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D8D1E-ABFE-EBF0-667A-05BD2E8E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92D69C-8D95-E771-C3DA-91C915CC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6431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25A1FDA-1D91-EA99-ED64-66C571483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C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281D1-2FD4-0551-C480-1D7E803F4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C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FE3A6F-F928-1F50-543B-B71B6BA06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1338B5-D34D-C7B3-D897-118906A5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264DA4-6BA0-152E-409F-DCDE8E1F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057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BB26E-8425-0579-C489-C0343379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C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3B88D4-773D-08CF-E075-392077B1D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C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7744C5-BF86-105B-E2BB-65027AF65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7F7FC-081A-4030-99EB-DB9A5C47E7D0}" type="datetimeFigureOut">
              <a:rPr lang="en-CA" smtClean="0"/>
              <a:t>2026-03-16</a:t>
            </a:fld>
            <a:endParaRPr lang="en-C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6859D1-045D-A290-DFAC-8BA748819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FFC7AB-CAA8-EDCC-1529-26943BA05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AB7BA-BAE5-47AC-873F-6535EC12C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07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5FFCF-9404-6932-F7E1-70F78BE03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 </a:t>
            </a:r>
            <a:endParaRPr lang="en-C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0E5A9C-859D-3C04-F4CD-C6926E8F2A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21" name="Рисунок 20" descr="Изображение выглядит как текст, снимок экрана, графическая вставка, Анимация&#10;&#10;Автоматически созданное описание">
            <a:extLst>
              <a:ext uri="{FF2B5EF4-FFF2-40B4-BE49-F238E27FC236}">
                <a16:creationId xmlns:a16="http://schemas.microsoft.com/office/drawing/2014/main" id="{4C6E3CA0-7CFE-16D3-45CC-A881C473F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4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мультфильм, снимок экрана, Анимация&#10;&#10;Автоматически созданное описание">
            <a:extLst>
              <a:ext uri="{FF2B5EF4-FFF2-40B4-BE49-F238E27FC236}">
                <a16:creationId xmlns:a16="http://schemas.microsoft.com/office/drawing/2014/main" id="{44DAAE56-6BF7-5039-8FAF-E8EFB533D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66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8A9D19A-F7F7-4450-36B4-B0D723F63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747" y="0"/>
            <a:ext cx="122967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16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диаграм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334AAFF4-C620-4DDB-5356-3FAF6F58A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49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мультфильм, Человеческое лицо&#10;&#10;Автоматически созданное описание">
            <a:extLst>
              <a:ext uri="{FF2B5EF4-FFF2-40B4-BE49-F238E27FC236}">
                <a16:creationId xmlns:a16="http://schemas.microsoft.com/office/drawing/2014/main" id="{4A921548-D70A-C970-04B4-4A4821FA5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2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текст, снимок экрана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783AA824-5B03-06E9-CE23-0EFA38613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57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Человеческое лицо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4B3FCD3C-7399-1B6D-1BC5-9B010B29C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774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Широкоэкранный</PresentationFormat>
  <Paragraphs>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higaodaren@gmail.com</dc:creator>
  <cp:lastModifiedBy>higaodaren@gmail.com</cp:lastModifiedBy>
  <cp:revision>1</cp:revision>
  <dcterms:created xsi:type="dcterms:W3CDTF">2026-03-16T13:18:53Z</dcterms:created>
  <dcterms:modified xsi:type="dcterms:W3CDTF">2026-03-16T13:19:43Z</dcterms:modified>
</cp:coreProperties>
</file>